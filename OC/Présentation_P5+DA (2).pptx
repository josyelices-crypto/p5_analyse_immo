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25c099360e7_3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5c099360e7_3_1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25c099360e7_3_2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25c099360e7_3_2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25c099360e7_3_2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25c099360e7_3_2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5c099360e7_3_2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25c099360e7_3_2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25c099360e7_3_2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25c099360e7_3_2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25c099360e7_3_2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5c099360e7_3_2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5c099360e7_3_2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25c099360e7_3_2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25c099360e7_3_2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25c099360e7_3_2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5c099360e7_3_2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5c099360e7_3_2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25c099360e7_3_2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5c099360e7_3_2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25c099360e7_3_2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25c099360e7_3_2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 avec image">
  <p:cSld name="Diapositive de titre avec imag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4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" name="Google Shape;59;p14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61" name="Google Shape;61;p14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rgbClr val="E260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 01">
  <p:cSld name="DISPOSITION DU TEXTE 0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flipH="1" rot="10800000">
            <a:off x="4781550" y="3785308"/>
            <a:ext cx="1143431" cy="1352550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5" title="Sous-titre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/>
          <p:nvPr>
            <p:ph idx="3" type="pic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 avec sous-titre">
  <p:cSld name="Comparaison avec sous-titr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6" title="Puces"/>
          <p:cNvSpPr txBox="1"/>
          <p:nvPr>
            <p:ph idx="2" type="body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6" title="Puces"/>
          <p:cNvSpPr txBox="1"/>
          <p:nvPr>
            <p:ph idx="4" type="body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6" title="Sous-titre"/>
          <p:cNvSpPr txBox="1"/>
          <p:nvPr>
            <p:ph idx="5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1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 avec image">
  <p:cSld name="En-tête de section avec imag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rgbClr val="EE957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17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93" name="Google Shape;93;p17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7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que">
  <p:cSld name="Graphiqu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8" name="Google Shape;108;p18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8" title="Graphique"/>
          <p:cNvSpPr/>
          <p:nvPr>
            <p:ph idx="3" type="chart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 02">
  <p:cSld name="Disposition du texte 0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>
            <p:ph idx="2" type="pic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flipH="1" rot="10800000">
            <a:off x="7764236" y="889089"/>
            <a:ext cx="1379764" cy="122546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19" title="Sous-titre"/>
          <p:cNvSpPr txBox="1"/>
          <p:nvPr>
            <p:ph idx="3" type="body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/>
          <p:nvPr>
            <p:ph idx="2" type="tbl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2" name="Google Shape;132;p20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nde photo">
  <p:cSld name="Grande photo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flipH="1" rot="10800000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/>
          <p:nvPr>
            <p:ph idx="2" type="pic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flipH="1" rot="10800000">
            <a:off x="0" y="4008665"/>
            <a:ext cx="1771650" cy="93072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21" title="Titre "/>
          <p:cNvSpPr txBox="1"/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anchorCtr="0" anchor="ctr" bIns="0" lIns="2160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rci">
  <p:cSld name="Merci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2" type="body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3" type="body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4" type="body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rect b="b" l="l" r="r" t="t"/>
            <a:pathLst>
              <a:path extrusionOk="0" h="21600" w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rect b="b" l="l" r="r" t="t"/>
            <a:pathLst>
              <a:path extrusionOk="0" h="21600" w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rect b="b" l="l" r="r" t="t"/>
            <a:pathLst>
              <a:path extrusionOk="0" h="21600" w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rect b="b" l="l" r="r" t="t"/>
            <a:pathLst>
              <a:path extrusionOk="0" h="21600" w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2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22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22"/>
          <p:cNvSpPr/>
          <p:nvPr>
            <p:ph idx="5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/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23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23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3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59" name="Google Shape;159;p23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>
  <p:cSld name="En-tête de sectio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24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4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6" name="Google Shape;166;p24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24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1" name="Google Shape;181;p25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3" name="Google Shape;193;p2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2" type="body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>
  <p:cSld name="Comparaison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6" name="Google Shape;206;p27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2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4" type="body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>
  <p:cSld name="Contenu avec légend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28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28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16" name="Google Shape;216;p28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2" type="body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>
  <p:cSld name="Image avec légende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2" name="Google Shape;222;p29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29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24" name="Google Shape;224;p29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29"/>
          <p:cNvSpPr/>
          <p:nvPr>
            <p:ph idx="2" type="pic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3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>
  <p:cSld name="Titre uniqueme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/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254" name="Google Shape;254;p33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Mon nom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57" name="Google Shape;2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58" name="Google Shape;258;p33"/>
          <p:cNvPicPr preferRelativeResize="0"/>
          <p:nvPr/>
        </p:nvPicPr>
        <p:blipFill rotWithShape="1">
          <a:blip r:embed="rId5">
            <a:alphaModFix/>
          </a:blip>
          <a:srcRect b="13973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 txBox="1"/>
          <p:nvPr/>
        </p:nvSpPr>
        <p:spPr>
          <a:xfrm>
            <a:off x="6412175" y="169075"/>
            <a:ext cx="2027400" cy="1639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 pas hésiter à modifier les visuels et à créer des slides peu chargées.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Bon courage 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6" name="Google Shape;266;p34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LOREM IPSUM DOLOR SIT AMET</a:t>
            </a:r>
            <a:endParaRPr/>
          </a:p>
        </p:txBody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pic>
        <p:nvPicPr>
          <p:cNvPr id="268" name="Google Shape;268;p34" title="Horizon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312" r="23313" t="0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78" name="Google Shape;278;p3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/>
              <a:t>Les données initiales</a:t>
            </a:r>
            <a:endParaRPr b="0"/>
          </a:p>
        </p:txBody>
      </p:sp>
      <p:sp>
        <p:nvSpPr>
          <p:cNvPr id="286" name="Google Shape;286;p36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87" name="Google Shape;287;p3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L’</a:t>
            </a:r>
            <a:r>
              <a:rPr b="0" lang="fr"/>
              <a:t>extrait du dictionnaire des données</a:t>
            </a:r>
            <a:endParaRPr b="0"/>
          </a:p>
        </p:txBody>
      </p:sp>
      <p:sp>
        <p:nvSpPr>
          <p:cNvPr id="295" name="Google Shape;295;p37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96" name="Google Shape;296;p3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Le schéma relationnel normalisé</a:t>
            </a:r>
            <a:endParaRPr b="0"/>
          </a:p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305" name="Google Shape;305;p3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La b</a:t>
            </a:r>
            <a:r>
              <a:rPr b="0" lang="fr"/>
              <a:t>ase de données avec les tables créées et les données chargées</a:t>
            </a:r>
            <a:endParaRPr b="0"/>
          </a:p>
        </p:txBody>
      </p:sp>
      <p:sp>
        <p:nvSpPr>
          <p:cNvPr id="313" name="Google Shape;313;p39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314" name="Google Shape;314;p3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lang="fr" sz="2400"/>
              <a:t>Les requêtes ou screenshot qui permettent de démontrer le bon chargement des données</a:t>
            </a:r>
            <a:endParaRPr b="0" sz="2400"/>
          </a:p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323" name="Google Shape;323;p4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31" name="Google Shape;331;p4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fr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descr="Hexagone de couleur foncée unie au milieu d’accentuation d’image" id="333" name="Google Shape;333;p4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35" name="Google Shape;335;p41"/>
          <p:cNvPicPr preferRelativeResize="0"/>
          <p:nvPr/>
        </p:nvPicPr>
        <p:blipFill rotWithShape="1">
          <a:blip r:embed="rId4">
            <a:alphaModFix/>
          </a:blip>
          <a:srcRect b="13973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/>
              <a:t>Requête 1</a:t>
            </a:r>
            <a:endParaRPr/>
          </a:p>
        </p:txBody>
      </p:sp>
      <p:sp>
        <p:nvSpPr>
          <p:cNvPr id="342" name="Google Shape;342;p42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44" name="Google Shape;344;p42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Titre requête</a:t>
            </a:r>
            <a:endParaRPr/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b="0" i="0" lang="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52" name="Google Shape;352;p43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54" name="Google Shape;354;p43"/>
          <p:cNvPicPr preferRelativeResize="0"/>
          <p:nvPr/>
        </p:nvPicPr>
        <p:blipFill rotWithShape="1">
          <a:blip r:embed="rId4">
            <a:alphaModFix/>
          </a:blip>
          <a:srcRect b="13973" l="11387" r="63940" t="12667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